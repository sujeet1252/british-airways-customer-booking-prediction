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Predictive Modeling of Customer Bookings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669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Case</a:t>
            </a:r>
          </a:p>
          <a:p>
            <a:pPr>
              <a:defRPr sz="2000"/>
            </a:pPr>
            <a:r>
              <a:t>Predict customer booking completion using machine learning.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Prepared by: Sujeet Goswami</a:t>
            </a:r>
          </a:p>
          <a:p>
            <a:pPr>
              <a:defRPr sz="2000"/>
            </a:pPr>
            <a:r>
              <a:t>British Airways Virtual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4E79"/>
                </a:solidFill>
              </a:defRPr>
            </a:pPr>
            <a:r>
              <a:t>British Airways Data Science Job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Predict whether a customer will complete a booking.</a:t>
            </a:r>
          </a:p>
          <a:p>
            <a:pPr>
              <a:defRPr sz="2200"/>
            </a:pPr>
            <a:r>
              <a:t>• Improve marketing efficiency.</a:t>
            </a:r>
          </a:p>
          <a:p>
            <a:pPr>
              <a:defRPr sz="2200"/>
            </a:pPr>
            <a:r>
              <a:t>• Identify influential booking factors.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4E79"/>
                </a:solidFill>
              </a:defRPr>
            </a:pPr>
            <a:r>
              <a:t>British Airways Data Science Job Simulation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50,000 rows, 14 features</a:t>
            </a:r>
          </a:p>
          <a:p>
            <a:pPr>
              <a:defRPr sz="2200"/>
            </a:pPr>
            <a:r>
              <a:t>• No missing values</a:t>
            </a:r>
          </a:p>
          <a:p>
            <a:pPr>
              <a:defRPr sz="2200"/>
            </a:pPr>
            <a:r>
              <a:t>• 719 duplicate rows removed</a:t>
            </a:r>
          </a:p>
          <a:p>
            <a:pPr>
              <a:defRPr sz="2200"/>
            </a:pPr>
            <a:r>
              <a:t>• Label Encoding applied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4E79"/>
                </a:solidFill>
              </a:defRPr>
            </a:pPr>
            <a:r>
              <a:t>British Airways Data Science Job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Booking Completion</a:t>
            </a:r>
          </a:p>
        </p:txBody>
      </p:sp>
      <p:pic>
        <p:nvPicPr>
          <p:cNvPr id="3" name="Picture 2" descr="image-1784900316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658368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Most customers did not complete their booking.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4E79"/>
                </a:solidFill>
              </a:defRPr>
            </a:pPr>
            <a:r>
              <a:t>British Airways Data Science Job Simulation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Correlation Heatmap</a:t>
            </a:r>
          </a:p>
        </p:txBody>
      </p:sp>
      <p:pic>
        <p:nvPicPr>
          <p:cNvPr id="3" name="Picture 2" descr="image-17849003247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658368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Weak correlations among most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4E79"/>
                </a:solidFill>
              </a:defRPr>
            </a:pPr>
            <a:r>
              <a:t>British Airways Data Science Job Simulation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Confusion Matrix</a:t>
            </a:r>
          </a:p>
        </p:txBody>
      </p:sp>
      <p:pic>
        <p:nvPicPr>
          <p:cNvPr id="3" name="Picture 2" descr="image-17849001254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658368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Model predicts majority class well.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4E79"/>
                </a:solidFill>
              </a:defRPr>
            </a:pPr>
            <a:r>
              <a:t>British Airways Data Science Job Simulation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ROC Curve</a:t>
            </a:r>
          </a:p>
        </p:txBody>
      </p:sp>
      <p:pic>
        <p:nvPicPr>
          <p:cNvPr id="3" name="Picture 2" descr="image-17849001347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658368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AUC = 0.761 indicates reasonable discrimination.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4E79"/>
                </a:solidFill>
              </a:defRPr>
            </a:pPr>
            <a:r>
              <a:t>British Airways Data Science Job Simulation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Feature Importance</a:t>
            </a:r>
          </a:p>
        </p:txBody>
      </p:sp>
      <p:pic>
        <p:nvPicPr>
          <p:cNvPr id="3" name="Picture 2" descr="image-17849001672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658368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Purchase Lead, Route and Flight Hour were the most influential.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4E79"/>
                </a:solidFill>
              </a:defRPr>
            </a:pPr>
            <a:r>
              <a:t>British Airways Data Science Job Simulation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Model Performance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✔ Random Forest Accuracy: 84.9%</a:t>
            </a:r>
          </a:p>
          <a:p>
            <a:pPr>
              <a:defRPr sz="2400"/>
            </a:pPr>
            <a:r>
              <a:t>✔ ROC-AUC Score: 0.761</a:t>
            </a:r>
          </a:p>
          <a:p>
            <a:pPr>
              <a:defRPr sz="2400"/>
            </a:pPr>
            <a:r>
              <a:t>✔ Purchase Lead was the most important feature.</a:t>
            </a:r>
          </a:p>
          <a:p>
            <a:pPr>
              <a:defRPr sz="2400"/>
            </a:pPr>
            <a:r>
              <a:t>✔ The model can support targeted marketing campaigns.</a:t>
            </a:r>
          </a:p>
          <a:p>
            <a:pPr>
              <a:defRPr sz="2400"/>
            </a:pPr>
            <a:r>
              <a:t>✔ Future work: Hyperparameter tuning and class imbalance handling.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4E79"/>
                </a:solidFill>
              </a:defRPr>
            </a:pPr>
            <a:r>
              <a:t>Prepared by Sujeet Goswami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